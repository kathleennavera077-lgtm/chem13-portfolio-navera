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6858000" cy="9144000"/>
  <p:embeddedFontLst>
    <p:embeddedFont>
      <p:font typeface="Canva Sans" charset="1" panose="020B0503030501040103"/>
      <p:regular r:id="rId16"/>
    </p:embeddedFont>
    <p:embeddedFont>
      <p:font typeface="Fredoka" charset="1" panose="02000000000000000000"/>
      <p:regular r:id="rId17"/>
    </p:embeddedFont>
    <p:embeddedFont>
      <p:font typeface="Ashley Crawford Bold" charset="1" panose="0200080503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5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9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141602" y="1204035"/>
            <a:ext cx="2955041" cy="2955041"/>
          </a:xfrm>
          <a:custGeom>
            <a:avLst/>
            <a:gdLst/>
            <a:ahLst/>
            <a:cxnLst/>
            <a:rect r="r" b="b" t="t" l="l"/>
            <a:pathLst>
              <a:path h="2955041" w="2955041">
                <a:moveTo>
                  <a:pt x="0" y="0"/>
                </a:moveTo>
                <a:lnTo>
                  <a:pt x="2955042" y="0"/>
                </a:lnTo>
                <a:lnTo>
                  <a:pt x="2955042" y="2955042"/>
                </a:lnTo>
                <a:lnTo>
                  <a:pt x="0" y="29550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604417" y="5253577"/>
            <a:ext cx="2029413" cy="730589"/>
          </a:xfrm>
          <a:custGeom>
            <a:avLst/>
            <a:gdLst/>
            <a:ahLst/>
            <a:cxnLst/>
            <a:rect r="r" b="b" t="t" l="l"/>
            <a:pathLst>
              <a:path h="730589" w="2029413">
                <a:moveTo>
                  <a:pt x="0" y="0"/>
                </a:moveTo>
                <a:lnTo>
                  <a:pt x="2029412" y="0"/>
                </a:lnTo>
                <a:lnTo>
                  <a:pt x="2029412" y="730588"/>
                </a:lnTo>
                <a:lnTo>
                  <a:pt x="0" y="7305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004294" y="1764441"/>
            <a:ext cx="2122289" cy="141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2"/>
              </a:lnSpc>
            </a:pPr>
            <a:r>
              <a:rPr lang="en-US" b="true" sz="7208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7208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7208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7208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39973" y="5280003"/>
            <a:ext cx="2650930" cy="704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1"/>
              </a:lnSpc>
            </a:pPr>
            <a:r>
              <a:rPr lang="en-US" b="true" sz="359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59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359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59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359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59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94270" y="-11977"/>
            <a:ext cx="5703987" cy="8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01 - Propane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814832" y="813510"/>
            <a:ext cx="1062335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5935411" y="983019"/>
            <a:ext cx="3367423" cy="3367423"/>
          </a:xfrm>
          <a:custGeom>
            <a:avLst/>
            <a:gdLst/>
            <a:ahLst/>
            <a:cxnLst/>
            <a:rect r="r" b="b" t="t" l="l"/>
            <a:pathLst>
              <a:path h="3367423" w="3367423">
                <a:moveTo>
                  <a:pt x="0" y="0"/>
                </a:moveTo>
                <a:lnTo>
                  <a:pt x="3367424" y="0"/>
                </a:lnTo>
                <a:lnTo>
                  <a:pt x="3367424" y="3367423"/>
                </a:lnTo>
                <a:lnTo>
                  <a:pt x="0" y="3367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8287184" y="2178940"/>
            <a:ext cx="90298" cy="200663"/>
          </a:xfrm>
          <a:custGeom>
            <a:avLst/>
            <a:gdLst/>
            <a:ahLst/>
            <a:cxnLst/>
            <a:rect r="r" b="b" t="t" l="l"/>
            <a:pathLst>
              <a:path h="200663" w="90298">
                <a:moveTo>
                  <a:pt x="0" y="0"/>
                </a:moveTo>
                <a:lnTo>
                  <a:pt x="90298" y="0"/>
                </a:lnTo>
                <a:lnTo>
                  <a:pt x="90298" y="200662"/>
                </a:lnTo>
                <a:lnTo>
                  <a:pt x="0" y="2006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8287184" y="2611548"/>
            <a:ext cx="90298" cy="200663"/>
          </a:xfrm>
          <a:custGeom>
            <a:avLst/>
            <a:gdLst/>
            <a:ahLst/>
            <a:cxnLst/>
            <a:rect r="r" b="b" t="t" l="l"/>
            <a:pathLst>
              <a:path h="200663" w="90298">
                <a:moveTo>
                  <a:pt x="0" y="0"/>
                </a:moveTo>
                <a:lnTo>
                  <a:pt x="90298" y="0"/>
                </a:lnTo>
                <a:lnTo>
                  <a:pt x="90298" y="200663"/>
                </a:lnTo>
                <a:lnTo>
                  <a:pt x="0" y="2006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481948" y="5185506"/>
            <a:ext cx="2274351" cy="833929"/>
          </a:xfrm>
          <a:custGeom>
            <a:avLst/>
            <a:gdLst/>
            <a:ahLst/>
            <a:cxnLst/>
            <a:rect r="r" b="b" t="t" l="l"/>
            <a:pathLst>
              <a:path h="833929" w="2274351">
                <a:moveTo>
                  <a:pt x="0" y="0"/>
                </a:moveTo>
                <a:lnTo>
                  <a:pt x="2274351" y="0"/>
                </a:lnTo>
                <a:lnTo>
                  <a:pt x="2274351" y="833928"/>
                </a:lnTo>
                <a:lnTo>
                  <a:pt x="0" y="833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56086" y="2187227"/>
            <a:ext cx="2018705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60947" y="5235209"/>
            <a:ext cx="2808982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99737" y="-104775"/>
            <a:ext cx="5692527" cy="863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02 - Ethanol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649187" y="813510"/>
            <a:ext cx="1393627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6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448762" y="1539618"/>
            <a:ext cx="2240382" cy="2240382"/>
          </a:xfrm>
          <a:custGeom>
            <a:avLst/>
            <a:gdLst/>
            <a:ahLst/>
            <a:cxnLst/>
            <a:rect r="r" b="b" t="t" l="l"/>
            <a:pathLst>
              <a:path h="2240382" w="2240382">
                <a:moveTo>
                  <a:pt x="0" y="0"/>
                </a:moveTo>
                <a:lnTo>
                  <a:pt x="2240382" y="0"/>
                </a:lnTo>
                <a:lnTo>
                  <a:pt x="2240382" y="2240382"/>
                </a:lnTo>
                <a:lnTo>
                  <a:pt x="0" y="2240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5400000">
            <a:off x="8160098" y="2020296"/>
            <a:ext cx="64711" cy="143801"/>
          </a:xfrm>
          <a:custGeom>
            <a:avLst/>
            <a:gdLst/>
            <a:ahLst/>
            <a:cxnLst/>
            <a:rect r="r" b="b" t="t" l="l"/>
            <a:pathLst>
              <a:path h="143801" w="64711">
                <a:moveTo>
                  <a:pt x="0" y="0"/>
                </a:moveTo>
                <a:lnTo>
                  <a:pt x="64711" y="0"/>
                </a:lnTo>
                <a:lnTo>
                  <a:pt x="64711" y="143801"/>
                </a:lnTo>
                <a:lnTo>
                  <a:pt x="0" y="14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5400000">
            <a:off x="8160098" y="2295885"/>
            <a:ext cx="64711" cy="143801"/>
          </a:xfrm>
          <a:custGeom>
            <a:avLst/>
            <a:gdLst/>
            <a:ahLst/>
            <a:cxnLst/>
            <a:rect r="r" b="b" t="t" l="l"/>
            <a:pathLst>
              <a:path h="143801" w="64711">
                <a:moveTo>
                  <a:pt x="0" y="0"/>
                </a:moveTo>
                <a:lnTo>
                  <a:pt x="64711" y="0"/>
                </a:lnTo>
                <a:lnTo>
                  <a:pt x="64711" y="143801"/>
                </a:lnTo>
                <a:lnTo>
                  <a:pt x="0" y="14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851662" y="4845651"/>
            <a:ext cx="1534922" cy="1364375"/>
          </a:xfrm>
          <a:custGeom>
            <a:avLst/>
            <a:gdLst/>
            <a:ahLst/>
            <a:cxnLst/>
            <a:rect r="r" b="b" t="t" l="l"/>
            <a:pathLst>
              <a:path h="1364375" w="1534922">
                <a:moveTo>
                  <a:pt x="0" y="0"/>
                </a:moveTo>
                <a:lnTo>
                  <a:pt x="1534922" y="0"/>
                </a:lnTo>
                <a:lnTo>
                  <a:pt x="1534922" y="1364375"/>
                </a:lnTo>
                <a:lnTo>
                  <a:pt x="0" y="13643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51916" y="2106831"/>
            <a:ext cx="2227045" cy="111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8"/>
              </a:lnSpc>
            </a:pPr>
            <a:r>
              <a:rPr lang="en-US" b="true" sz="558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58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558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58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  <a:r>
              <a:rPr lang="en-US" b="true" sz="5584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91011" y="5235209"/>
            <a:ext cx="2748855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sz="3999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sz="3999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CO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30483" y="-25037"/>
            <a:ext cx="9631561" cy="78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03 - Acetone (propan-2-one)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649261" y="813510"/>
            <a:ext cx="1393478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6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6346114" y="1380890"/>
            <a:ext cx="2445677" cy="2445677"/>
          </a:xfrm>
          <a:custGeom>
            <a:avLst/>
            <a:gdLst/>
            <a:ahLst/>
            <a:cxnLst/>
            <a:rect r="r" b="b" t="t" l="l"/>
            <a:pathLst>
              <a:path h="2445677" w="2445677">
                <a:moveTo>
                  <a:pt x="0" y="0"/>
                </a:moveTo>
                <a:lnTo>
                  <a:pt x="2445678" y="0"/>
                </a:lnTo>
                <a:lnTo>
                  <a:pt x="2445678" y="2445677"/>
                </a:lnTo>
                <a:lnTo>
                  <a:pt x="0" y="2445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17006" y="2187227"/>
            <a:ext cx="2296864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61481" y="5235209"/>
            <a:ext cx="2607915" cy="78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COOH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1850" y="17508"/>
            <a:ext cx="9728299" cy="73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04 - Acetic acid (ethanoic acid)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35333" y="813510"/>
            <a:ext cx="1621334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-10800000">
            <a:off x="7399286" y="3144923"/>
            <a:ext cx="64711" cy="143801"/>
          </a:xfrm>
          <a:custGeom>
            <a:avLst/>
            <a:gdLst/>
            <a:ahLst/>
            <a:cxnLst/>
            <a:rect r="r" b="b" t="t" l="l"/>
            <a:pathLst>
              <a:path h="143801" w="64711">
                <a:moveTo>
                  <a:pt x="0" y="0"/>
                </a:moveTo>
                <a:lnTo>
                  <a:pt x="64711" y="0"/>
                </a:lnTo>
                <a:lnTo>
                  <a:pt x="64711" y="143801"/>
                </a:lnTo>
                <a:lnTo>
                  <a:pt x="0" y="14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-10800000">
            <a:off x="7684714" y="3144923"/>
            <a:ext cx="64711" cy="143801"/>
          </a:xfrm>
          <a:custGeom>
            <a:avLst/>
            <a:gdLst/>
            <a:ahLst/>
            <a:cxnLst/>
            <a:rect r="r" b="b" t="t" l="l"/>
            <a:pathLst>
              <a:path h="143801" w="64711">
                <a:moveTo>
                  <a:pt x="0" y="0"/>
                </a:moveTo>
                <a:lnTo>
                  <a:pt x="64710" y="0"/>
                </a:lnTo>
                <a:lnTo>
                  <a:pt x="64710" y="143801"/>
                </a:lnTo>
                <a:lnTo>
                  <a:pt x="0" y="1438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7897614" y="2143254"/>
            <a:ext cx="367518" cy="172240"/>
            <a:chOff x="0" y="0"/>
            <a:chExt cx="490024" cy="229653"/>
          </a:xfrm>
        </p:grpSpPr>
        <p:sp>
          <p:nvSpPr>
            <p:cNvPr name="Freeform 52" id="52"/>
            <p:cNvSpPr/>
            <p:nvPr/>
          </p:nvSpPr>
          <p:spPr>
            <a:xfrm flipH="false" flipV="false" rot="-9072993">
              <a:off x="40830" y="28991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9043703">
              <a:off x="362377" y="8852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6574335" y="4796020"/>
            <a:ext cx="2089575" cy="1551025"/>
          </a:xfrm>
          <a:custGeom>
            <a:avLst/>
            <a:gdLst/>
            <a:ahLst/>
            <a:cxnLst/>
            <a:rect r="r" b="b" t="t" l="l"/>
            <a:pathLst>
              <a:path h="1551025" w="2089575">
                <a:moveTo>
                  <a:pt x="0" y="0"/>
                </a:moveTo>
                <a:lnTo>
                  <a:pt x="2089576" y="0"/>
                </a:lnTo>
                <a:lnTo>
                  <a:pt x="2089576" y="1551024"/>
                </a:lnTo>
                <a:lnTo>
                  <a:pt x="0" y="15510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5983237" y="1204035"/>
            <a:ext cx="3107103" cy="3107103"/>
          </a:xfrm>
          <a:custGeom>
            <a:avLst/>
            <a:gdLst/>
            <a:ahLst/>
            <a:cxnLst/>
            <a:rect r="r" b="b" t="t" l="l"/>
            <a:pathLst>
              <a:path h="3107103" w="3107103">
                <a:moveTo>
                  <a:pt x="0" y="0"/>
                </a:moveTo>
                <a:lnTo>
                  <a:pt x="3107103" y="0"/>
                </a:lnTo>
                <a:lnTo>
                  <a:pt x="3107103" y="3107103"/>
                </a:lnTo>
                <a:lnTo>
                  <a:pt x="0" y="31071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353029" y="2344809"/>
            <a:ext cx="367518" cy="172240"/>
            <a:chOff x="0" y="0"/>
            <a:chExt cx="490024" cy="229653"/>
          </a:xfrm>
        </p:grpSpPr>
        <p:sp>
          <p:nvSpPr>
            <p:cNvPr name="Freeform 43" id="43"/>
            <p:cNvSpPr/>
            <p:nvPr/>
          </p:nvSpPr>
          <p:spPr>
            <a:xfrm flipH="false" flipV="false" rot="-9072993">
              <a:off x="40830" y="28991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9043703">
              <a:off x="362377" y="8852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-10800000">
            <a:off x="6892502" y="3259209"/>
            <a:ext cx="367518" cy="172240"/>
            <a:chOff x="0" y="0"/>
            <a:chExt cx="490024" cy="229653"/>
          </a:xfrm>
        </p:grpSpPr>
        <p:sp>
          <p:nvSpPr>
            <p:cNvPr name="Freeform 46" id="46"/>
            <p:cNvSpPr/>
            <p:nvPr/>
          </p:nvSpPr>
          <p:spPr>
            <a:xfrm flipH="false" flipV="false" rot="-9072993">
              <a:off x="40830" y="28991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9043703">
              <a:off x="362377" y="8852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6330408" y="4844538"/>
            <a:ext cx="2577431" cy="1414007"/>
          </a:xfrm>
          <a:custGeom>
            <a:avLst/>
            <a:gdLst/>
            <a:ahLst/>
            <a:cxnLst/>
            <a:rect r="r" b="b" t="t" l="l"/>
            <a:pathLst>
              <a:path h="1414007" w="2577431">
                <a:moveTo>
                  <a:pt x="0" y="0"/>
                </a:moveTo>
                <a:lnTo>
                  <a:pt x="2577430" y="0"/>
                </a:lnTo>
                <a:lnTo>
                  <a:pt x="2577430" y="1414007"/>
                </a:lnTo>
                <a:lnTo>
                  <a:pt x="0" y="14140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915443" y="2187227"/>
            <a:ext cx="2299990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8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24347" y="5258280"/>
            <a:ext cx="2882183" cy="55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sz="277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sz="277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sz="277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COOCH</a:t>
            </a:r>
            <a:r>
              <a:rPr lang="en-US" sz="277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277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277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7640" y="10523"/>
            <a:ext cx="10490914" cy="6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05 - Ethyl acetate (ethyl ethanoate)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37566" y="813510"/>
            <a:ext cx="1616869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8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74299" y="4719820"/>
            <a:ext cx="3510415" cy="1823092"/>
          </a:xfrm>
          <a:custGeom>
            <a:avLst/>
            <a:gdLst/>
            <a:ahLst/>
            <a:cxnLst/>
            <a:rect r="r" b="b" t="t" l="l"/>
            <a:pathLst>
              <a:path h="1823092" w="3510415">
                <a:moveTo>
                  <a:pt x="0" y="0"/>
                </a:moveTo>
                <a:lnTo>
                  <a:pt x="3510414" y="0"/>
                </a:lnTo>
                <a:lnTo>
                  <a:pt x="3510414" y="1823092"/>
                </a:lnTo>
                <a:lnTo>
                  <a:pt x="0" y="1823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851" t="-90003" r="0" b="-404106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42" id="42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6596034" y="1590385"/>
            <a:ext cx="1945839" cy="1945839"/>
          </a:xfrm>
          <a:custGeom>
            <a:avLst/>
            <a:gdLst/>
            <a:ahLst/>
            <a:cxnLst/>
            <a:rect r="r" b="b" t="t" l="l"/>
            <a:pathLst>
              <a:path h="1945839" w="1945839">
                <a:moveTo>
                  <a:pt x="0" y="0"/>
                </a:moveTo>
                <a:lnTo>
                  <a:pt x="1945839" y="0"/>
                </a:lnTo>
                <a:lnTo>
                  <a:pt x="1945839" y="1945839"/>
                </a:lnTo>
                <a:lnTo>
                  <a:pt x="0" y="19458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244428" y="2203902"/>
            <a:ext cx="1642021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12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15456" y="5114559"/>
            <a:ext cx="2099965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(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)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083715" y="-39007"/>
            <a:ext cx="6725096" cy="79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06 - Cyclohexane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721964" y="813510"/>
            <a:ext cx="1248073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6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12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258314" y="4918800"/>
            <a:ext cx="3533668" cy="1835168"/>
          </a:xfrm>
          <a:custGeom>
            <a:avLst/>
            <a:gdLst/>
            <a:ahLst/>
            <a:cxnLst/>
            <a:rect r="r" b="b" t="t" l="l"/>
            <a:pathLst>
              <a:path h="1835168" w="3533668">
                <a:moveTo>
                  <a:pt x="0" y="0"/>
                </a:moveTo>
                <a:lnTo>
                  <a:pt x="3533669" y="0"/>
                </a:lnTo>
                <a:lnTo>
                  <a:pt x="3533669" y="1835169"/>
                </a:lnTo>
                <a:lnTo>
                  <a:pt x="0" y="1835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7570" r="-191851" b="-286539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671812" y="5110345"/>
            <a:ext cx="2787253" cy="560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O=C(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)</a:t>
            </a:r>
            <a:r>
              <a:rPr lang="en-US" b="true" sz="399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5</a:t>
            </a:r>
          </a:p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</a:p>
        </p:txBody>
      </p:sp>
      <p:grpSp>
        <p:nvGrpSpPr>
          <p:cNvPr name="Group 35" id="35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6532373" y="1584952"/>
            <a:ext cx="2073160" cy="2073160"/>
          </a:xfrm>
          <a:custGeom>
            <a:avLst/>
            <a:gdLst/>
            <a:ahLst/>
            <a:cxnLst/>
            <a:rect r="r" b="b" t="t" l="l"/>
            <a:pathLst>
              <a:path h="2073160" w="2073160">
                <a:moveTo>
                  <a:pt x="0" y="0"/>
                </a:moveTo>
                <a:lnTo>
                  <a:pt x="2073160" y="0"/>
                </a:lnTo>
                <a:lnTo>
                  <a:pt x="2073160" y="2073160"/>
                </a:lnTo>
                <a:lnTo>
                  <a:pt x="0" y="20731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951906" y="2187227"/>
            <a:ext cx="2227064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10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02504" y="-2452"/>
            <a:ext cx="7287518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07 - Cyclohexanone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554681" y="813510"/>
            <a:ext cx="1582638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6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10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385232" y="1760319"/>
            <a:ext cx="367518" cy="172240"/>
            <a:chOff x="0" y="0"/>
            <a:chExt cx="490024" cy="229653"/>
          </a:xfrm>
        </p:grpSpPr>
        <p:sp>
          <p:nvSpPr>
            <p:cNvPr name="Freeform 51" id="51"/>
            <p:cNvSpPr/>
            <p:nvPr/>
          </p:nvSpPr>
          <p:spPr>
            <a:xfrm flipH="false" flipV="false" rot="-9072993">
              <a:off x="40830" y="28991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9043703">
              <a:off x="362377" y="8852"/>
              <a:ext cx="86281" cy="191735"/>
            </a:xfrm>
            <a:custGeom>
              <a:avLst/>
              <a:gdLst/>
              <a:ahLst/>
              <a:cxnLst/>
              <a:rect r="r" b="b" t="t" l="l"/>
              <a:pathLst>
                <a:path h="191735" w="86281">
                  <a:moveTo>
                    <a:pt x="0" y="0"/>
                  </a:moveTo>
                  <a:lnTo>
                    <a:pt x="86281" y="0"/>
                  </a:lnTo>
                  <a:lnTo>
                    <a:pt x="86281" y="191735"/>
                  </a:lnTo>
                  <a:lnTo>
                    <a:pt x="0" y="1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591188" y="1585287"/>
            <a:ext cx="1955530" cy="1955530"/>
          </a:xfrm>
          <a:custGeom>
            <a:avLst/>
            <a:gdLst/>
            <a:ahLst/>
            <a:cxnLst/>
            <a:rect r="r" b="b" t="t" l="l"/>
            <a:pathLst>
              <a:path h="1955530" w="1955530">
                <a:moveTo>
                  <a:pt x="0" y="0"/>
                </a:moveTo>
                <a:lnTo>
                  <a:pt x="1955530" y="0"/>
                </a:lnTo>
                <a:lnTo>
                  <a:pt x="1955530" y="1955530"/>
                </a:lnTo>
                <a:lnTo>
                  <a:pt x="0" y="1955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7630204">
            <a:off x="7886866" y="2253789"/>
            <a:ext cx="184631" cy="86529"/>
            <a:chOff x="0" y="0"/>
            <a:chExt cx="246175" cy="115371"/>
          </a:xfrm>
        </p:grpSpPr>
        <p:sp>
          <p:nvSpPr>
            <p:cNvPr name="Freeform 42" id="42"/>
            <p:cNvSpPr/>
            <p:nvPr/>
          </p:nvSpPr>
          <p:spPr>
            <a:xfrm flipH="false" flipV="false" rot="-9072993">
              <a:off x="20512" y="14564"/>
              <a:ext cx="43345" cy="96322"/>
            </a:xfrm>
            <a:custGeom>
              <a:avLst/>
              <a:gdLst/>
              <a:ahLst/>
              <a:cxnLst/>
              <a:rect r="r" b="b" t="t" l="l"/>
              <a:pathLst>
                <a:path h="96322" w="43345">
                  <a:moveTo>
                    <a:pt x="0" y="0"/>
                  </a:moveTo>
                  <a:lnTo>
                    <a:pt x="43345" y="0"/>
                  </a:lnTo>
                  <a:lnTo>
                    <a:pt x="43345" y="96323"/>
                  </a:lnTo>
                  <a:lnTo>
                    <a:pt x="0" y="96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9043703">
              <a:off x="182049" y="4447"/>
              <a:ext cx="43345" cy="96322"/>
            </a:xfrm>
            <a:custGeom>
              <a:avLst/>
              <a:gdLst/>
              <a:ahLst/>
              <a:cxnLst/>
              <a:rect r="r" b="b" t="t" l="l"/>
              <a:pathLst>
                <a:path h="96322" w="43345">
                  <a:moveTo>
                    <a:pt x="0" y="0"/>
                  </a:moveTo>
                  <a:lnTo>
                    <a:pt x="43345" y="0"/>
                  </a:lnTo>
                  <a:lnTo>
                    <a:pt x="43345" y="96323"/>
                  </a:lnTo>
                  <a:lnTo>
                    <a:pt x="0" y="96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7630204">
            <a:off x="7461397" y="3258784"/>
            <a:ext cx="184631" cy="86529"/>
            <a:chOff x="0" y="0"/>
            <a:chExt cx="246175" cy="115371"/>
          </a:xfrm>
        </p:grpSpPr>
        <p:sp>
          <p:nvSpPr>
            <p:cNvPr name="Freeform 45" id="45"/>
            <p:cNvSpPr/>
            <p:nvPr/>
          </p:nvSpPr>
          <p:spPr>
            <a:xfrm flipH="false" flipV="false" rot="-9072993">
              <a:off x="20512" y="14564"/>
              <a:ext cx="43345" cy="96322"/>
            </a:xfrm>
            <a:custGeom>
              <a:avLst/>
              <a:gdLst/>
              <a:ahLst/>
              <a:cxnLst/>
              <a:rect r="r" b="b" t="t" l="l"/>
              <a:pathLst>
                <a:path h="96322" w="43345">
                  <a:moveTo>
                    <a:pt x="0" y="0"/>
                  </a:moveTo>
                  <a:lnTo>
                    <a:pt x="43345" y="0"/>
                  </a:lnTo>
                  <a:lnTo>
                    <a:pt x="43345" y="96323"/>
                  </a:lnTo>
                  <a:lnTo>
                    <a:pt x="0" y="96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9043703">
              <a:off x="182049" y="4447"/>
              <a:ext cx="43345" cy="96322"/>
            </a:xfrm>
            <a:custGeom>
              <a:avLst/>
              <a:gdLst/>
              <a:ahLst/>
              <a:cxnLst/>
              <a:rect r="r" b="b" t="t" l="l"/>
              <a:pathLst>
                <a:path h="96322" w="43345">
                  <a:moveTo>
                    <a:pt x="0" y="0"/>
                  </a:moveTo>
                  <a:lnTo>
                    <a:pt x="43345" y="0"/>
                  </a:lnTo>
                  <a:lnTo>
                    <a:pt x="43345" y="96323"/>
                  </a:lnTo>
                  <a:lnTo>
                    <a:pt x="0" y="96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6131824" y="4938895"/>
            <a:ext cx="2974598" cy="1392365"/>
          </a:xfrm>
          <a:custGeom>
            <a:avLst/>
            <a:gdLst/>
            <a:ahLst/>
            <a:cxnLst/>
            <a:rect r="r" b="b" t="t" l="l"/>
            <a:pathLst>
              <a:path h="1392365" w="2974598">
                <a:moveTo>
                  <a:pt x="0" y="0"/>
                </a:moveTo>
                <a:lnTo>
                  <a:pt x="2974598" y="0"/>
                </a:lnTo>
                <a:lnTo>
                  <a:pt x="2974598" y="1392364"/>
                </a:lnTo>
                <a:lnTo>
                  <a:pt x="0" y="13923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59385" y="2187227"/>
            <a:ext cx="2812107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8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9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NO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51462" y="5371626"/>
            <a:ext cx="3227952" cy="54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7"/>
              </a:lnSpc>
            </a:pPr>
            <a:r>
              <a:rPr lang="en-US" sz="2755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HOC</a:t>
            </a:r>
            <a:r>
              <a:rPr lang="en-US" sz="2755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  <a:r>
              <a:rPr lang="en-US" sz="2755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sz="2755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  <a:r>
              <a:rPr lang="en-US" sz="2755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NHCO</a:t>
            </a:r>
            <a:r>
              <a:rPr lang="en-US" b="true" sz="2755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2755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7640" y="998"/>
            <a:ext cx="10544360" cy="70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08 - Acetaminophen (paracetamol)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380403" y="813510"/>
            <a:ext cx="1931194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8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9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NO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5400000">
            <a:off x="7096315" y="5916851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5" y="0"/>
                </a:lnTo>
                <a:lnTo>
                  <a:pt x="38155" y="84787"/>
                </a:lnTo>
                <a:lnTo>
                  <a:pt x="0" y="8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6423169" y="1488355"/>
            <a:ext cx="2291645" cy="2291645"/>
          </a:xfrm>
          <a:custGeom>
            <a:avLst/>
            <a:gdLst/>
            <a:ahLst/>
            <a:cxnLst/>
            <a:rect r="r" b="b" t="t" l="l"/>
            <a:pathLst>
              <a:path h="2291645" w="2291645">
                <a:moveTo>
                  <a:pt x="0" y="0"/>
                </a:moveTo>
                <a:lnTo>
                  <a:pt x="2291645" y="0"/>
                </a:lnTo>
                <a:lnTo>
                  <a:pt x="2291645" y="2291645"/>
                </a:lnTo>
                <a:lnTo>
                  <a:pt x="0" y="2291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336975" y="2457094"/>
            <a:ext cx="166525" cy="78043"/>
            <a:chOff x="0" y="0"/>
            <a:chExt cx="222033" cy="104057"/>
          </a:xfrm>
        </p:grpSpPr>
        <p:sp>
          <p:nvSpPr>
            <p:cNvPr name="Freeform 43" id="43"/>
            <p:cNvSpPr/>
            <p:nvPr/>
          </p:nvSpPr>
          <p:spPr>
            <a:xfrm flipH="false" flipV="false" rot="-9072993">
              <a:off x="18500" y="13136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9043703">
              <a:off x="164195" y="4011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-1958900">
            <a:off x="7605933" y="1952779"/>
            <a:ext cx="166525" cy="78043"/>
            <a:chOff x="0" y="0"/>
            <a:chExt cx="222033" cy="104057"/>
          </a:xfrm>
        </p:grpSpPr>
        <p:sp>
          <p:nvSpPr>
            <p:cNvPr name="Freeform 46" id="46"/>
            <p:cNvSpPr/>
            <p:nvPr/>
          </p:nvSpPr>
          <p:spPr>
            <a:xfrm flipH="false" flipV="false" rot="-9072993">
              <a:off x="18500" y="13136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9043703">
              <a:off x="164195" y="4011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-10800000">
            <a:off x="7041655" y="3072504"/>
            <a:ext cx="166525" cy="78043"/>
            <a:chOff x="0" y="0"/>
            <a:chExt cx="222033" cy="104057"/>
          </a:xfrm>
        </p:grpSpPr>
        <p:sp>
          <p:nvSpPr>
            <p:cNvPr name="Freeform 49" id="49"/>
            <p:cNvSpPr/>
            <p:nvPr/>
          </p:nvSpPr>
          <p:spPr>
            <a:xfrm flipH="false" flipV="false" rot="-9072993">
              <a:off x="18500" y="13136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9043703">
              <a:off x="164195" y="4011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8430933">
            <a:off x="8264576" y="2030554"/>
            <a:ext cx="166525" cy="78043"/>
            <a:chOff x="0" y="0"/>
            <a:chExt cx="222033" cy="104057"/>
          </a:xfrm>
        </p:grpSpPr>
        <p:sp>
          <p:nvSpPr>
            <p:cNvPr name="Freeform 52" id="52"/>
            <p:cNvSpPr/>
            <p:nvPr/>
          </p:nvSpPr>
          <p:spPr>
            <a:xfrm flipH="false" flipV="false" rot="-9072993">
              <a:off x="18500" y="13136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9043703">
              <a:off x="164195" y="4011"/>
              <a:ext cx="39094" cy="86876"/>
            </a:xfrm>
            <a:custGeom>
              <a:avLst/>
              <a:gdLst/>
              <a:ahLst/>
              <a:cxnLst/>
              <a:rect r="r" b="b" t="t" l="l"/>
              <a:pathLst>
                <a:path h="86876" w="39094">
                  <a:moveTo>
                    <a:pt x="0" y="0"/>
                  </a:moveTo>
                  <a:lnTo>
                    <a:pt x="39095" y="0"/>
                  </a:lnTo>
                  <a:lnTo>
                    <a:pt x="39095" y="86876"/>
                  </a:lnTo>
                  <a:lnTo>
                    <a:pt x="0" y="8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6576067" y="4910320"/>
            <a:ext cx="2043942" cy="1490991"/>
          </a:xfrm>
          <a:custGeom>
            <a:avLst/>
            <a:gdLst/>
            <a:ahLst/>
            <a:cxnLst/>
            <a:rect r="r" b="b" t="t" l="l"/>
            <a:pathLst>
              <a:path h="1490991" w="2043942">
                <a:moveTo>
                  <a:pt x="0" y="0"/>
                </a:moveTo>
                <a:lnTo>
                  <a:pt x="2043942" y="0"/>
                </a:lnTo>
                <a:lnTo>
                  <a:pt x="2043942" y="1490991"/>
                </a:lnTo>
                <a:lnTo>
                  <a:pt x="0" y="14909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913360" y="2094604"/>
            <a:ext cx="2304157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9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8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  <a:r>
              <a:rPr lang="en-US" b="true" sz="500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27966" y="5415749"/>
            <a:ext cx="3074945" cy="48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COOC</a:t>
            </a: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6</a:t>
            </a: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  <a:r>
              <a:rPr lang="en-US" b="true" sz="2437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COOH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640" y="39459"/>
            <a:ext cx="10420052" cy="75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09 - Aspirin (acetylsalicylic acid)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541584" y="813510"/>
            <a:ext cx="1608832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9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8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D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0784" y="1423110"/>
            <a:ext cx="3789309" cy="2706159"/>
            <a:chOff x="0" y="0"/>
            <a:chExt cx="5052412" cy="360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DDFF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604892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70784" y="4350442"/>
            <a:ext cx="3789309" cy="2706159"/>
            <a:chOff x="0" y="0"/>
            <a:chExt cx="5052412" cy="360821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B4E0E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2C7994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5674299" y="1423110"/>
            <a:ext cx="3789309" cy="2706159"/>
            <a:chOff x="0" y="0"/>
            <a:chExt cx="5052412" cy="360821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E9CEBB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C8282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5674299" y="4350442"/>
            <a:ext cx="3789309" cy="2706159"/>
            <a:chOff x="0" y="0"/>
            <a:chExt cx="5052412" cy="3608212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5052412" cy="3608212"/>
              <a:chOff x="0" y="0"/>
              <a:chExt cx="2589550" cy="184934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589550" cy="1849344"/>
              </a:xfrm>
              <a:custGeom>
                <a:avLst/>
                <a:gdLst/>
                <a:ahLst/>
                <a:cxnLst/>
                <a:rect r="r" b="b" t="t" l="l"/>
                <a:pathLst>
                  <a:path h="1849344" w="2589550">
                    <a:moveTo>
                      <a:pt x="0" y="0"/>
                    </a:moveTo>
                    <a:lnTo>
                      <a:pt x="2589550" y="0"/>
                    </a:lnTo>
                    <a:lnTo>
                      <a:pt x="2589550" y="1849344"/>
                    </a:lnTo>
                    <a:lnTo>
                      <a:pt x="0" y="1849344"/>
                    </a:lnTo>
                    <a:close/>
                  </a:path>
                </a:pathLst>
              </a:custGeom>
              <a:solidFill>
                <a:srgbClr val="FFDDA9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2589550" cy="1877919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252773" y="297286"/>
              <a:ext cx="4546866" cy="3013640"/>
              <a:chOff x="0" y="0"/>
              <a:chExt cx="2330439" cy="15446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330439" cy="1544603"/>
              </a:xfrm>
              <a:custGeom>
                <a:avLst/>
                <a:gdLst/>
                <a:ahLst/>
                <a:cxnLst/>
                <a:rect r="r" b="b" t="t" l="l"/>
                <a:pathLst>
                  <a:path h="1544603" w="2330439">
                    <a:moveTo>
                      <a:pt x="24973" y="0"/>
                    </a:moveTo>
                    <a:lnTo>
                      <a:pt x="2305466" y="0"/>
                    </a:lnTo>
                    <a:cubicBezTo>
                      <a:pt x="2319258" y="0"/>
                      <a:pt x="2330439" y="11181"/>
                      <a:pt x="2330439" y="24973"/>
                    </a:cubicBezTo>
                    <a:lnTo>
                      <a:pt x="2330439" y="1519630"/>
                    </a:lnTo>
                    <a:cubicBezTo>
                      <a:pt x="2330439" y="1526253"/>
                      <a:pt x="2327808" y="1532605"/>
                      <a:pt x="2323124" y="1537288"/>
                    </a:cubicBezTo>
                    <a:cubicBezTo>
                      <a:pt x="2318441" y="1541972"/>
                      <a:pt x="2312089" y="1544603"/>
                      <a:pt x="2305466" y="1544603"/>
                    </a:cubicBezTo>
                    <a:lnTo>
                      <a:pt x="24973" y="1544603"/>
                    </a:lnTo>
                    <a:cubicBezTo>
                      <a:pt x="11181" y="1544603"/>
                      <a:pt x="0" y="1533422"/>
                      <a:pt x="0" y="1519630"/>
                    </a:cubicBezTo>
                    <a:lnTo>
                      <a:pt x="0" y="24973"/>
                    </a:lnTo>
                    <a:cubicBezTo>
                      <a:pt x="0" y="11181"/>
                      <a:pt x="11181" y="0"/>
                      <a:pt x="24973" y="0"/>
                    </a:cubicBezTo>
                    <a:close/>
                  </a:path>
                </a:pathLst>
              </a:custGeom>
              <a:solidFill>
                <a:srgbClr val="FFF6F1"/>
              </a:solidFill>
              <a:ln w="19050" cap="sq">
                <a:solidFill>
                  <a:srgbClr val="BC7F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2330439" cy="1573178"/>
              </a:xfrm>
              <a:prstGeom prst="rect">
                <a:avLst/>
              </a:prstGeom>
            </p:spPr>
            <p:txBody>
              <a:bodyPr anchor="ctr" rtlCol="false" tIns="23737" lIns="23737" bIns="23737" rIns="23737"/>
              <a:lstStyle/>
              <a:p>
                <a:pPr algn="ctr" marL="0" indent="0" lvl="0">
                  <a:lnSpc>
                    <a:spcPts val="1455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30" id="30"/>
          <p:cNvSpPr/>
          <p:nvPr/>
        </p:nvSpPr>
        <p:spPr>
          <a:xfrm flipH="false" flipV="false" rot="0">
            <a:off x="-1964823" y="-811795"/>
            <a:ext cx="18206150" cy="2015830"/>
          </a:xfrm>
          <a:custGeom>
            <a:avLst/>
            <a:gdLst/>
            <a:ahLst/>
            <a:cxnLst/>
            <a:rect r="r" b="b" t="t" l="l"/>
            <a:pathLst>
              <a:path h="2015830" w="18206150">
                <a:moveTo>
                  <a:pt x="0" y="0"/>
                </a:moveTo>
                <a:lnTo>
                  <a:pt x="18206151" y="0"/>
                </a:lnTo>
                <a:lnTo>
                  <a:pt x="18206151" y="2015830"/>
                </a:lnTo>
                <a:lnTo>
                  <a:pt x="0" y="201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39337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67098" y="7275676"/>
            <a:ext cx="9957804" cy="213643"/>
            <a:chOff x="0" y="0"/>
            <a:chExt cx="13277072" cy="2848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64751" y="-38100"/>
              <a:ext cx="25003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ATOM COUNT VERIFIED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495089" y="-38100"/>
              <a:ext cx="2093912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VALENCE CHECKED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3223521" y="32559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6350014" y="-14016"/>
              <a:ext cx="2572345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BOND ORDER CHECKED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6078160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9613122" y="-14016"/>
              <a:ext cx="3663950" cy="298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20"/>
                </a:lnSpc>
              </a:pPr>
              <a:r>
                <a:rPr lang="en-US" sz="13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SAME CONNECTIVITY CONFIRMED</a:t>
              </a:r>
            </a:p>
          </p:txBody>
        </p:sp>
        <p:sp>
          <p:nvSpPr>
            <p:cNvPr name="Freeform 39" id="39"/>
            <p:cNvSpPr/>
            <p:nvPr/>
          </p:nvSpPr>
          <p:spPr>
            <a:xfrm flipH="false" flipV="false" rot="0">
              <a:off x="9341268" y="56643"/>
              <a:ext cx="195654" cy="195654"/>
            </a:xfrm>
            <a:custGeom>
              <a:avLst/>
              <a:gdLst/>
              <a:ahLst/>
              <a:cxnLst/>
              <a:rect r="r" b="b" t="t" l="l"/>
              <a:pathLst>
                <a:path h="195654" w="195654">
                  <a:moveTo>
                    <a:pt x="0" y="0"/>
                  </a:moveTo>
                  <a:lnTo>
                    <a:pt x="195654" y="0"/>
                  </a:lnTo>
                  <a:lnTo>
                    <a:pt x="195654" y="195654"/>
                  </a:lnTo>
                  <a:lnTo>
                    <a:pt x="0" y="195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642865" y="1635926"/>
            <a:ext cx="1952516" cy="1952516"/>
          </a:xfrm>
          <a:custGeom>
            <a:avLst/>
            <a:gdLst/>
            <a:ahLst/>
            <a:cxnLst/>
            <a:rect r="r" b="b" t="t" l="l"/>
            <a:pathLst>
              <a:path h="1952516" w="1952516">
                <a:moveTo>
                  <a:pt x="0" y="0"/>
                </a:moveTo>
                <a:lnTo>
                  <a:pt x="1952516" y="0"/>
                </a:lnTo>
                <a:lnTo>
                  <a:pt x="1952516" y="1952516"/>
                </a:lnTo>
                <a:lnTo>
                  <a:pt x="0" y="1952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6452346" y="4719820"/>
            <a:ext cx="2233215" cy="1688799"/>
          </a:xfrm>
          <a:custGeom>
            <a:avLst/>
            <a:gdLst/>
            <a:ahLst/>
            <a:cxnLst/>
            <a:rect r="r" b="b" t="t" l="l"/>
            <a:pathLst>
              <a:path h="1688799" w="2233215">
                <a:moveTo>
                  <a:pt x="0" y="0"/>
                </a:moveTo>
                <a:lnTo>
                  <a:pt x="2233215" y="0"/>
                </a:lnTo>
                <a:lnTo>
                  <a:pt x="2233215" y="1688799"/>
                </a:lnTo>
                <a:lnTo>
                  <a:pt x="0" y="16887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42447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Identity/Formula Check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346000" y="3498124"/>
            <a:ext cx="4445983" cy="2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sz="16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Lewis Structure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640" y="6498128"/>
            <a:ext cx="5835597" cy="255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3"/>
              </a:lnSpc>
            </a:pPr>
            <a:r>
              <a:rPr lang="en-US" sz="1552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Condensed Structural Formula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46263" y="6471374"/>
            <a:ext cx="4345719" cy="28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3"/>
              </a:lnSpc>
            </a:pPr>
            <a:r>
              <a:rPr lang="en-US" sz="1624">
                <a:solidFill>
                  <a:srgbClr val="503A80"/>
                </a:solidFill>
                <a:latin typeface="Fredoka"/>
                <a:ea typeface="Fredoka"/>
                <a:cs typeface="Fredoka"/>
                <a:sym typeface="Fredoka"/>
              </a:rPr>
              <a:t>Bond-Line Structure (Ketcher)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25413" y="2261052"/>
            <a:ext cx="2480050" cy="72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2"/>
              </a:lnSpc>
            </a:pP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8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10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N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  <a:r>
              <a:rPr lang="en-US" b="true" sz="3759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37653" y="5344713"/>
            <a:ext cx="3055571" cy="59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</a:pP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 C</a:t>
            </a: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5</a:t>
            </a: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HN</a:t>
            </a: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4</a:t>
            </a: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O</a:t>
            </a: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2</a:t>
            </a:r>
            <a:r>
              <a:rPr lang="en-US" sz="3020" b="true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(</a:t>
            </a:r>
            <a:r>
              <a:rPr lang="en-US" b="true" sz="302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CH</a:t>
            </a:r>
            <a:r>
              <a:rPr lang="en-US" b="true" sz="302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  <a:r>
              <a:rPr lang="en-US" b="true" sz="302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)</a:t>
            </a:r>
            <a:r>
              <a:rPr lang="en-US" b="true" sz="3020">
                <a:solidFill>
                  <a:srgbClr val="503A80"/>
                </a:solidFill>
                <a:latin typeface="Ashley Crawford Bold"/>
                <a:ea typeface="Ashley Crawford Bold"/>
                <a:cs typeface="Ashley Crawford Bold"/>
                <a:sym typeface="Ashley Crawford Bold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667047" y="11518"/>
            <a:ext cx="5558433" cy="82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CARD 10 - Caffeine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172044" y="813510"/>
            <a:ext cx="2347912" cy="364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C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8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H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10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N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O</a:t>
            </a:r>
            <a:r>
              <a:rPr lang="en-US" sz="2160" spc="961">
                <a:solidFill>
                  <a:srgbClr val="F2EBFF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7402428" y="1881187"/>
            <a:ext cx="216695" cy="101555"/>
            <a:chOff x="0" y="0"/>
            <a:chExt cx="288926" cy="135407"/>
          </a:xfrm>
        </p:grpSpPr>
        <p:sp>
          <p:nvSpPr>
            <p:cNvPr name="Freeform 51" id="51"/>
            <p:cNvSpPr/>
            <p:nvPr/>
          </p:nvSpPr>
          <p:spPr>
            <a:xfrm flipH="false" flipV="false" rot="-9072993">
              <a:off x="24074" y="17093"/>
              <a:ext cx="50873" cy="113050"/>
            </a:xfrm>
            <a:custGeom>
              <a:avLst/>
              <a:gdLst/>
              <a:ahLst/>
              <a:cxnLst/>
              <a:rect r="r" b="b" t="t" l="l"/>
              <a:pathLst>
                <a:path h="113050" w="50873">
                  <a:moveTo>
                    <a:pt x="0" y="0"/>
                  </a:moveTo>
                  <a:lnTo>
                    <a:pt x="50873" y="0"/>
                  </a:lnTo>
                  <a:lnTo>
                    <a:pt x="50873" y="113050"/>
                  </a:lnTo>
                  <a:lnTo>
                    <a:pt x="0" y="11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2" id="52"/>
            <p:cNvSpPr/>
            <p:nvPr/>
          </p:nvSpPr>
          <p:spPr>
            <a:xfrm flipH="false" flipV="false" rot="9043703">
              <a:off x="213664" y="5219"/>
              <a:ext cx="50873" cy="113050"/>
            </a:xfrm>
            <a:custGeom>
              <a:avLst/>
              <a:gdLst/>
              <a:ahLst/>
              <a:cxnLst/>
              <a:rect r="r" b="b" t="t" l="l"/>
              <a:pathLst>
                <a:path h="113050" w="50873">
                  <a:moveTo>
                    <a:pt x="0" y="0"/>
                  </a:moveTo>
                  <a:lnTo>
                    <a:pt x="50872" y="0"/>
                  </a:lnTo>
                  <a:lnTo>
                    <a:pt x="50872" y="113050"/>
                  </a:lnTo>
                  <a:lnTo>
                    <a:pt x="0" y="11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3" id="53"/>
          <p:cNvSpPr/>
          <p:nvPr/>
        </p:nvSpPr>
        <p:spPr>
          <a:xfrm flipH="false" flipV="false" rot="5048733">
            <a:off x="6991729" y="2907872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5" y="0"/>
                </a:lnTo>
                <a:lnTo>
                  <a:pt x="38155" y="84788"/>
                </a:lnTo>
                <a:lnTo>
                  <a:pt x="0" y="8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1565429">
            <a:off x="6903582" y="2795944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4" y="0"/>
                </a:lnTo>
                <a:lnTo>
                  <a:pt x="38154" y="84788"/>
                </a:lnTo>
                <a:lnTo>
                  <a:pt x="0" y="8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5400000">
            <a:off x="7491699" y="2749480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4" y="0"/>
                </a:lnTo>
                <a:lnTo>
                  <a:pt x="38154" y="84788"/>
                </a:lnTo>
                <a:lnTo>
                  <a:pt x="0" y="8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5400000">
            <a:off x="8028045" y="2842408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4" y="0"/>
                </a:lnTo>
                <a:lnTo>
                  <a:pt x="38154" y="84787"/>
                </a:lnTo>
                <a:lnTo>
                  <a:pt x="0" y="8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-10800000">
            <a:off x="8108285" y="2282191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5" y="0"/>
                </a:lnTo>
                <a:lnTo>
                  <a:pt x="38155" y="84788"/>
                </a:lnTo>
                <a:lnTo>
                  <a:pt x="0" y="8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5400000">
            <a:off x="7227751" y="2301268"/>
            <a:ext cx="38154" cy="84788"/>
          </a:xfrm>
          <a:custGeom>
            <a:avLst/>
            <a:gdLst/>
            <a:ahLst/>
            <a:cxnLst/>
            <a:rect r="r" b="b" t="t" l="l"/>
            <a:pathLst>
              <a:path h="84788" w="38154">
                <a:moveTo>
                  <a:pt x="0" y="0"/>
                </a:moveTo>
                <a:lnTo>
                  <a:pt x="38154" y="0"/>
                </a:lnTo>
                <a:lnTo>
                  <a:pt x="38154" y="84788"/>
                </a:lnTo>
                <a:lnTo>
                  <a:pt x="0" y="8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DAHYF_BoZUA</dc:identifier>
  <dcterms:modified xsi:type="dcterms:W3CDTF">2011-08-01T06:04:30Z</dcterms:modified>
  <cp:revision>1</cp:revision>
  <dc:title>Heart Words Flashcards in Colourful Illustrative Style</dc:title>
</cp:coreProperties>
</file>